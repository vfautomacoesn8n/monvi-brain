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vi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828800" cy="537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INSTITUCIONAL · V1.0 · 2026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731520" y="3246120"/>
            <a:ext cx="502920" cy="54864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429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Movimento, visão</a:t>
            </a:r>
            <a:endParaRPr lang="en-US" sz="5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tecnologia.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5212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digitais para negócios que precisam vender melhor,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processos e reduzir tarefas manuais.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A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 em movimento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Monvi representa movimento, visão e tecnologia. Transmitimos precisão, estrutura,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e modernidade — sem parecer distante. Cada solução é objetiva, tecnológica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feita para gerar resultado.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29184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7" name="Image 0" descr="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4472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48280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Avançamos junto com o negócio. Tecnologia que gera ação, não fricção.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2971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29184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3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4472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5488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54880" y="48280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Enxergamos o processo inteiro e antecipamos o próximo passo.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971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329184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9" name="Image 2" descr="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4472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5820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58200" y="48280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e estrutura em cada entrega. Moderna, sem ser distante.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MARCA  ·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POSICIONAMENTO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Ajudamos negócios 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melhor, organizar processos e reduzir tarefas manuais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sites, inteligência artificial e automações.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108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melhor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e experiências digitais que convertem e comunicam com clareza.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28346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108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processos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54880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Automações que conectam ferramentas e dão estrutura ao dia a dia.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28346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4" name="Image 2" descr="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1089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820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tarefas manuais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458200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ao que consome tempo — para a equipe focar no que importa.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152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QUEM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1520" y="5715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 que precisam crescer com estrutura, sem depender de tarefas repetitivas e planilhas soltas.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93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COMUNICAMOS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09360" y="5715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objetiva e com estética tecnológica premium. Precisa, nunca distante.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POSICIONAMENTO  ·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SERVIÇOS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Monvi entrega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3127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pages, sites institucionais e sites por código.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92024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54880" y="3127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de lojas em Nuvemshop.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92024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9456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458200" y="3127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de assistentes e agentes.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3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3484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Automações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051560" y="5367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e integrações via n8n.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34840" y="416052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21" name="Image 4" descr="icons/t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434840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754880" y="5367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Sites, e-commerce e infraestrutura.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38160" y="4160520"/>
            <a:ext cx="3383280" cy="1965960"/>
          </a:xfrm>
          <a:prstGeom prst="rect">
            <a:avLst/>
          </a:prstGeom>
          <a:solidFill>
            <a:srgbClr val="2F5BFF"/>
          </a:solidFill>
          <a:ln/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25" name="Image 5" descr="icons/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34840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58200" y="4983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sob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só marca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SERVIÇOS  ·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DIFERENCIAIS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Monvi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257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685800" cy="68580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6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4505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frentes, uma só entrega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Sites, IA e automações integrados — não serviços avulsos.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965960"/>
            <a:ext cx="5257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2286000"/>
            <a:ext cx="685800" cy="68580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1" name="Image 1" descr="icons/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4505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tecnológica premium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Percepção de valor de produto de tecnologia, sem soar distante.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5257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251960"/>
            <a:ext cx="685800" cy="68580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6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4165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enxuta, decisão rápida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de proposta e entrega ágeis, com padrão documentado.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46520" y="3931920"/>
            <a:ext cx="5257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0" y="4251960"/>
            <a:ext cx="685800" cy="68580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1" name="Image 3" descr="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44165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moderna e replicável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35240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n8n, IA, Nuvemshop, Figma, Vercel — testada e escalável.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DIFERENCIAIS  ·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COMO TRABALHAMOS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diagnóstico à entrega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46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4297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Entendemos o processo e onde está o gargalo.</a:t>
            </a:r>
            <a:endParaRPr lang="en-US" sz="1200" dirty="0"/>
          </a:p>
        </p:txBody>
      </p:sp>
      <p:pic>
        <p:nvPicPr>
          <p:cNvPr id="9" name="Image 1" descr="icons/arrow_graf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79476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30168" y="25603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904488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pic>
        <p:nvPicPr>
          <p:cNvPr id="12" name="Image 2" descr="icons/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32461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04488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904488" y="4297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claro, prazo e investimento definidos.</a:t>
            </a:r>
            <a:endParaRPr lang="en-US" sz="1200" dirty="0"/>
          </a:p>
        </p:txBody>
      </p:sp>
      <p:pic>
        <p:nvPicPr>
          <p:cNvPr id="15" name="Image 3" descr="icons/arrow_graf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79476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28816" y="25603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803136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pic>
        <p:nvPicPr>
          <p:cNvPr id="18" name="Image 4" descr="icons/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32461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03136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03136" y="4297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IA e automações construídos e integrados.</a:t>
            </a:r>
            <a:endParaRPr lang="en-US" sz="1200" dirty="0"/>
          </a:p>
        </p:txBody>
      </p:sp>
      <p:pic>
        <p:nvPicPr>
          <p:cNvPr id="21" name="Image 5" descr="icons/arrow_graf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379476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427464" y="25603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9701784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pic>
        <p:nvPicPr>
          <p:cNvPr id="24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32461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701784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&amp; suporte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701784" y="4297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Aceite, manual do cliente e manutenção recorrente.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  ·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INFRAESTRUTURA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 ferramentas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moderna, documentada e escalável por trás de cada entrega.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432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3136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· Claude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4231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icons/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4320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394960" y="3136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242316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4" name="Image 2" descr="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432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9828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Deploy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098280" y="3136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· GitHub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411480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3" descr="icons/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3484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407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691640" y="4828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Nuvemshop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434840" y="411480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22" name="Image 4" descr="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43484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4407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Automações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394960" y="4828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38160" y="4114800"/>
            <a:ext cx="3383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pic>
        <p:nvPicPr>
          <p:cNvPr id="26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34840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98280" y="4407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Domínios &amp; DNS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9098280" y="4828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Registro.br · Cloudflare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INFRAESTRUTURA  ·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COMUNICAÇÃO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falamos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926080" cy="0"/>
          </a:xfrm>
          <a:prstGeom prst="line">
            <a:avLst/>
          </a:prstGeom>
          <a:noFill/>
          <a:ln w="25400">
            <a:solidFill>
              <a:srgbClr val="2F5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 ao ponto. Sem jargão técnico desnecessário.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2926080" cy="0"/>
          </a:xfrm>
          <a:prstGeom prst="line">
            <a:avLst/>
          </a:prstGeom>
          <a:noFill/>
          <a:ln w="25400">
            <a:solidFill>
              <a:srgbClr val="2F5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 resultado e no benefício concreto para o negócio.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Confiante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2926080" cy="0"/>
          </a:xfrm>
          <a:prstGeom prst="line">
            <a:avLst/>
          </a:prstGeom>
          <a:noFill/>
          <a:ln w="25400">
            <a:solidFill>
              <a:srgbClr val="2F5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e seguro, nunca arrogante ou distante.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DIZEMOS 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“Automatize o que consome seu tempo.”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“Seu site trabalhando por você.”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“Menos planilha. Mais decisão.”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611880"/>
            <a:ext cx="5257800" cy="2148840"/>
          </a:xfrm>
          <a:prstGeom prst="rect">
            <a:avLst/>
          </a:prstGeom>
          <a:solidFill>
            <a:srgbClr val="E4E3D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EVITAMOS  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“Revolucione seu paradigma disruptivo.”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“Soluções sinérgicas de ponta a ponta.”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ferramenta definitiva do mercado.”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DE VOZ  ·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5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PARA QUEM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atendemos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 que precisam crescer com estrutura e escala nos nichos onde a Monvi mais gera resultado.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8803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7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035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5146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Prestadores de serviço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34840" y="25146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8803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1" name="Image 1" descr="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0358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5146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25146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28803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5" name="Image 2" descr="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0358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25146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31520" y="41148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51560" y="44805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9" name="Image 3" descr="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6360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7452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434840" y="41148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44805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3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63600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locais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8138160" y="41148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3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58200" y="4480560"/>
            <a:ext cx="640080" cy="64008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7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63600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8116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MONVI™ · APRESENTAÇÃO INSTITUCIONAL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A9A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NICHOS  ·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vi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377440" cy="6995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200400"/>
            <a:ext cx="502920" cy="54864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33832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tarefa manual.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resultado.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C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contato@monvi.com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400" spc="200" kern="0" dirty="0">
                <a:solidFill>
                  <a:srgbClr val="C9C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monvi.com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MOVIMENTO · VISÃO · TECNOLOGIA · MONVI 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Monvi — Apresentação Institucional</dc:title>
  <dc:subject>PptxGenJS Presentation</dc:subject>
  <dc:creator>Monvi</dc:creator>
  <cp:lastModifiedBy>Monvi</cp:lastModifiedBy>
  <cp:revision>1</cp:revision>
  <dcterms:created xsi:type="dcterms:W3CDTF">2026-07-02T14:47:14Z</dcterms:created>
  <dcterms:modified xsi:type="dcterms:W3CDTF">2026-07-02T14:47:14Z</dcterms:modified>
</cp:coreProperties>
</file>